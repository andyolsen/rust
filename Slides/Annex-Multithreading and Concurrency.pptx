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710" r:id="rId3"/>
    <p:sldId id="532" r:id="rId4"/>
    <p:sldId id="629" r:id="rId5"/>
    <p:sldId id="762" r:id="rId6"/>
    <p:sldId id="719" r:id="rId7"/>
    <p:sldId id="728" r:id="rId8"/>
    <p:sldId id="729" r:id="rId9"/>
    <p:sldId id="763" r:id="rId10"/>
    <p:sldId id="764" r:id="rId11"/>
    <p:sldId id="711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44" autoAdjust="0"/>
    <p:restoredTop sz="96725" autoAdjust="0"/>
  </p:normalViewPr>
  <p:slideViewPr>
    <p:cSldViewPr snapToGrid="0" snapToObjects="1">
      <p:cViewPr varScale="1">
        <p:scale>
          <a:sx n="118" d="100"/>
          <a:sy n="118" d="100"/>
        </p:scale>
        <p:origin x="66" y="8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263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EBBD1-6077-4938-811F-54E4AC433829}" type="datetimeFigureOut">
              <a:rPr lang="en-GB" smtClean="0"/>
              <a:t>13/12/2023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77016-B761-47E8-ADDA-7F73F02D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56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860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668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2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21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580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65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48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7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E3EC92-0BF8-B04C-BDA1-D36DC16EC2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1061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36832" y="1597819"/>
            <a:ext cx="4975394" cy="110251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Lesson #: Lesson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6831" y="2788538"/>
            <a:ext cx="4975395" cy="1314450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2800" b="0" baseline="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#.# 	Learning objective or      Sub-lesson Title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823434-19E5-7244-957A-48409271A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620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6839712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277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0CCCA5-FF07-3E49-BCA2-619E38AACD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78831"/>
            <a:ext cx="7552944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Images o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56CC22-FD07-7A4D-847A-EADD8CC518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78830"/>
            <a:ext cx="7556938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618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161795-AF74-6141-B77F-64153FAB4A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4371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831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0254D4-82EE-7743-8DC5-A96F5C6799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44371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5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A03A33-EFE2-8C43-836B-41753232C6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05778" y="1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14537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33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47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Multithreading &amp; Concurrency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FE4899-46EA-4D85-B506-C96950130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Creating multiple threads</a:t>
            </a:r>
          </a:p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Communicating via channels</a:t>
            </a:r>
          </a:p>
          <a:p>
            <a:pPr marL="569913" indent="-514350">
              <a:buFont typeface="+mj-lt"/>
              <a:buAutoNum type="arabicPeriod"/>
              <a:tabLst>
                <a:tab pos="268288" algn="l"/>
              </a:tabLs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0548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sz="3400" dirty="0">
                <a:solidFill>
                  <a:schemeClr val="bg1"/>
                </a:solidFill>
              </a:rPr>
              <a:t>1. Creating Multiple Threads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Spawning a thread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Joining a thread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Moving data into a closure</a:t>
            </a:r>
          </a:p>
        </p:txBody>
      </p:sp>
    </p:spTree>
    <p:extLst>
      <p:ext uri="{BB962C8B-B14F-4D97-AF65-F5344CB8AC3E}">
        <p14:creationId xmlns:p14="http://schemas.microsoft.com/office/powerpoint/2010/main" val="401319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867148" cy="3547021"/>
          </a:xfrm>
        </p:spPr>
        <p:txBody>
          <a:bodyPr/>
          <a:lstStyle/>
          <a:p>
            <a:r>
              <a:rPr lang="en-GB" dirty="0"/>
              <a:t>Rust has a simple API for managing threads manually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Via functionality in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std::thread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module</a:t>
            </a:r>
          </a:p>
          <a:p>
            <a:pPr lvl="2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this section we'll see how to: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Spawn a thread (i.e. create it)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Join a thread (i.e. wait for it to finish)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Move data into a closure for a thread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creating_threads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3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087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Spawning a Thread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spawn a thread:</a:t>
            </a:r>
            <a:endParaRPr lang="en-GB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Call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std::thread::spawn()</a:t>
            </a:r>
            <a:endParaRPr lang="en-GB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Pass a closure as a parameter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Rust will spawn a system thread and execute the closure on that thread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function:</a:t>
            </a:r>
          </a:p>
          <a:p>
            <a:pPr lvl="1"/>
            <a:r>
              <a:rPr lang="en-GB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demo_spawning_thread</a:t>
            </a:r>
            <a:r>
              <a:rPr lang="en-GB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4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260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Joining a Thread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join a thread, i.e. to wait for it to finish:</a:t>
            </a:r>
            <a:endParaRPr lang="en-GB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Grab the thread handle returned by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thread::spawn()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On the thread handle, call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join()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function:</a:t>
            </a:r>
          </a:p>
          <a:p>
            <a:pPr lvl="1"/>
            <a:r>
              <a:rPr lang="en-GB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demo_joining_thread</a:t>
            </a:r>
            <a:r>
              <a:rPr lang="en-GB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5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5994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Moving Data into a Closure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+mj-lt"/>
                <a:cs typeface="Courier New" panose="02070309020205020404" pitchFamily="49" charset="0"/>
              </a:rPr>
              <a:t>For a closure that will run in a separate thread: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It's important to </a:t>
            </a:r>
            <a:r>
              <a:rPr lang="en-GB" b="1" dirty="0">
                <a:latin typeface="+mj-lt"/>
                <a:cs typeface="Courier New" panose="02070309020205020404" pitchFamily="49" charset="0"/>
              </a:rPr>
              <a:t>move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data into it, rather than </a:t>
            </a:r>
            <a:r>
              <a:rPr lang="en-GB" b="1" dirty="0">
                <a:latin typeface="+mj-lt"/>
                <a:cs typeface="Courier New" panose="02070309020205020404" pitchFamily="49" charset="0"/>
              </a:rPr>
              <a:t>borrowing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data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Because the thread might outlive the original data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>
                <a:latin typeface="+mj-lt"/>
                <a:cs typeface="Courier New" panose="02070309020205020404" pitchFamily="49" charset="0"/>
              </a:rPr>
              <a:t>Compiler 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decides whether to </a:t>
            </a:r>
            <a:r>
              <a:rPr lang="en-GB" i="1" dirty="0">
                <a:latin typeface="+mj-lt"/>
                <a:cs typeface="Courier New" panose="02070309020205020404" pitchFamily="49" charset="0"/>
              </a:rPr>
              <a:t>move/borrow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data to a closure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In some circumstances you'll need to explicitly enforce a </a:t>
            </a:r>
            <a:r>
              <a:rPr lang="en-GB" i="1" dirty="0">
                <a:latin typeface="+mj-lt"/>
                <a:cs typeface="Courier New" panose="02070309020205020404" pitchFamily="49" charset="0"/>
              </a:rPr>
              <a:t>move</a:t>
            </a:r>
            <a:endParaRPr lang="en-GB" dirty="0">
              <a:latin typeface="+mj-lt"/>
              <a:cs typeface="Courier New" panose="02070309020205020404" pitchFamily="49" charset="0"/>
            </a:endParaRPr>
          </a:p>
          <a:p>
            <a:pPr lvl="2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these demo functions: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demo_implicitly_moving_data_into_closure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demo_explicitly_moving_data_into_closure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6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26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8" y="184354"/>
            <a:ext cx="5472823" cy="931873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2. Communicating via Channels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Sending/receiving a single message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Sending/receiving multiple messages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endParaRPr lang="en-GB" sz="2200" dirty="0"/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endParaRPr lang="en-GB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39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49814" cy="3547021"/>
          </a:xfrm>
        </p:spPr>
        <p:txBody>
          <a:bodyPr/>
          <a:lstStyle/>
          <a:p>
            <a:r>
              <a:rPr lang="en-GB" dirty="0"/>
              <a:t>Channels are the preferred way to communicate data between threads in a Rust application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en-GB" dirty="0"/>
          </a:p>
          <a:p>
            <a:r>
              <a:rPr lang="en-GB" dirty="0"/>
              <a:t>This is how it works:</a:t>
            </a:r>
            <a:endParaRPr lang="en-GB" b="1" dirty="0"/>
          </a:p>
          <a:p>
            <a:pPr lvl="1"/>
            <a:r>
              <a:rPr lang="en-GB" dirty="0"/>
              <a:t>You create a channel, which acts as a pipe between threads</a:t>
            </a:r>
          </a:p>
          <a:p>
            <a:pPr lvl="1"/>
            <a:r>
              <a:rPr lang="en-GB" dirty="0"/>
              <a:t>Thread A sends a message into the channel</a:t>
            </a:r>
          </a:p>
          <a:p>
            <a:pPr lvl="1"/>
            <a:r>
              <a:rPr lang="en-GB" dirty="0"/>
              <a:t>Thread B receives the message from the channel</a:t>
            </a:r>
          </a:p>
          <a:p>
            <a:pPr lvl="2"/>
            <a:endParaRPr lang="en-GB" dirty="0"/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communicating_via_channels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8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8096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Sending/Receiving a Single Message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function shows how to send/receive a single message: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demo_send_receive_single_message</a:t>
            </a:r>
            <a:r>
              <a:rPr lang="en-GB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Note the following points: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Creates a channel, returns a (</a:t>
            </a:r>
            <a:r>
              <a:rPr lang="en-GB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tx</a:t>
            </a:r>
            <a:r>
              <a:rPr lang="en-GB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, </a:t>
            </a:r>
            <a:r>
              <a:rPr lang="en-GB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rx</a:t>
            </a:r>
            <a:r>
              <a:rPr lang="en-GB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) tuple</a:t>
            </a:r>
          </a:p>
          <a:p>
            <a:pPr lvl="1"/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The </a:t>
            </a:r>
            <a:r>
              <a:rPr lang="en-GB" i="1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sending thread </a:t>
            </a:r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uses </a:t>
            </a:r>
            <a:r>
              <a:rPr lang="en-GB" dirty="0" err="1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tx</a:t>
            </a:r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 to send a message</a:t>
            </a:r>
          </a:p>
          <a:p>
            <a:pPr lvl="1"/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The </a:t>
            </a:r>
            <a:r>
              <a:rPr lang="en-GB" i="1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receiving thread </a:t>
            </a:r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uses </a:t>
            </a:r>
            <a:r>
              <a:rPr lang="en-GB" dirty="0" err="1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rx</a:t>
            </a:r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 to receive a message</a:t>
            </a:r>
          </a:p>
          <a:p>
            <a:pPr lvl="1"/>
            <a:endParaRPr lang="en-GB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9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698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Sending/Receiving Multiple Messages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function shows how to send/receive multiple message: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demo_send_receive_multiple_messages</a:t>
            </a:r>
            <a:r>
              <a:rPr lang="en-GB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Note the following points: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Creates a channel, same as previous example</a:t>
            </a:r>
          </a:p>
          <a:p>
            <a:pPr lvl="1"/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The </a:t>
            </a:r>
            <a:r>
              <a:rPr lang="en-GB" i="1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sending thread </a:t>
            </a:r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uses </a:t>
            </a:r>
            <a:r>
              <a:rPr lang="en-GB" dirty="0" err="1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tx</a:t>
            </a:r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 to send multiple messages</a:t>
            </a:r>
          </a:p>
          <a:p>
            <a:pPr lvl="1"/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The </a:t>
            </a:r>
            <a:r>
              <a:rPr lang="en-GB" i="1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receiving thread </a:t>
            </a:r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iterates over </a:t>
            </a:r>
            <a:r>
              <a:rPr lang="en-GB" dirty="0" err="1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rx</a:t>
            </a:r>
            <a:r>
              <a:rPr lang="en-GB" dirty="0">
                <a:solidFill>
                  <a:srgbClr val="000000"/>
                </a:solidFill>
                <a:effectLst/>
                <a:latin typeface="+mj-lt"/>
                <a:cs typeface="Courier New" panose="02070309020205020404" pitchFamily="49" charset="0"/>
              </a:rPr>
              <a:t>, to receive all messages</a:t>
            </a:r>
          </a:p>
          <a:p>
            <a:pPr lvl="1"/>
            <a:endParaRPr lang="en-GB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10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4726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FE4899-46EA-4D85-B506-C96950130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9263" indent="-393700"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GB" sz="2200" dirty="0"/>
              <a:t>Creating multiple threads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GB" sz="2200" dirty="0"/>
              <a:t>Communicating via channels</a:t>
            </a:r>
          </a:p>
          <a:p>
            <a:pPr marL="569913" indent="-514350">
              <a:buFont typeface="Arial" panose="020B0604020202020204" pitchFamily="34" charset="0"/>
              <a:buChar char="•"/>
              <a:tabLst>
                <a:tab pos="268288" algn="l"/>
              </a:tabLs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8566024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Standard_LiveLessons_2017.potm</Template>
  <TotalTime>2088</TotalTime>
  <Words>499</Words>
  <Application>Microsoft Office PowerPoint</Application>
  <PresentationFormat>On-screen Show (16:9)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Standard_LiveLessons_2017</vt:lpstr>
      <vt:lpstr>Multithreading &amp; Concurrency</vt:lpstr>
      <vt:lpstr>1. Creating Multiple Threads</vt:lpstr>
      <vt:lpstr>Overview</vt:lpstr>
      <vt:lpstr>Spawning a Thread</vt:lpstr>
      <vt:lpstr>Joining a Thread</vt:lpstr>
      <vt:lpstr>Moving Data into a Closure</vt:lpstr>
      <vt:lpstr>2. Communicating via Channels</vt:lpstr>
      <vt:lpstr>Overview</vt:lpstr>
      <vt:lpstr>Sending/Receiving a Single Message</vt:lpstr>
      <vt:lpstr>Sending/Receiving Multiple Messages</vt:lpstr>
      <vt:lpstr>Summary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Andy Olsen</cp:lastModifiedBy>
  <cp:revision>125</cp:revision>
  <dcterms:created xsi:type="dcterms:W3CDTF">2015-09-28T19:52:00Z</dcterms:created>
  <dcterms:modified xsi:type="dcterms:W3CDTF">2023-12-13T15:30:36Z</dcterms:modified>
</cp:coreProperties>
</file>