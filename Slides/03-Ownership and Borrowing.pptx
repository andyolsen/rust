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710" r:id="rId3"/>
    <p:sldId id="532" r:id="rId4"/>
    <p:sldId id="629" r:id="rId5"/>
    <p:sldId id="719" r:id="rId6"/>
    <p:sldId id="726" r:id="rId7"/>
    <p:sldId id="727" r:id="rId8"/>
    <p:sldId id="728" r:id="rId9"/>
    <p:sldId id="729" r:id="rId10"/>
    <p:sldId id="730" r:id="rId11"/>
    <p:sldId id="731" r:id="rId12"/>
    <p:sldId id="740" r:id="rId13"/>
    <p:sldId id="741" r:id="rId14"/>
    <p:sldId id="742" r:id="rId15"/>
    <p:sldId id="751" r:id="rId16"/>
    <p:sldId id="752" r:id="rId17"/>
    <p:sldId id="711" r:id="rId18"/>
    <p:sldId id="734" r:id="rId19"/>
    <p:sldId id="753" r:id="rId20"/>
    <p:sldId id="754" r:id="rId21"/>
    <p:sldId id="750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50" autoAdjust="0"/>
    <p:restoredTop sz="96725" autoAdjust="0"/>
  </p:normalViewPr>
  <p:slideViewPr>
    <p:cSldViewPr snapToGrid="0" snapToObjects="1">
      <p:cViewPr varScale="1">
        <p:scale>
          <a:sx n="119" d="100"/>
          <a:sy n="119" d="100"/>
        </p:scale>
        <p:origin x="181" y="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3429"/>
    </p:cViewPr>
  </p:sorterViewPr>
  <p:notesViewPr>
    <p:cSldViewPr snapToGrid="0" snapToObjects="1">
      <p:cViewPr varScale="1">
        <p:scale>
          <a:sx n="84" d="100"/>
          <a:sy n="84" d="100"/>
        </p:scale>
        <p:origin x="263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BBD1-6077-4938-811F-54E4AC433829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7016-B761-47E8-ADDA-7F73F02D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56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66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2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47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61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580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65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82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44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059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55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19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31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2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226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72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92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3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3EC92-0BF8-B04C-BDA1-D36DC16EC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1061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6832" y="1597819"/>
            <a:ext cx="4975394" cy="11025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Lesson #: Lesson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6831" y="2788538"/>
            <a:ext cx="497539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#.# 	Learning objective or      Sub-lesson Title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23434-19E5-7244-957A-48409271A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20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6839712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7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CCCA5-FF07-3E49-BCA2-619E38AAC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1"/>
            <a:ext cx="7552944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6CC22-FD07-7A4D-847A-EADD8CC51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0"/>
            <a:ext cx="7556938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18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61795-AF74-6141-B77F-64153FAB4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31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54D4-82EE-7743-8DC5-A96F5C679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A03A33-EFE2-8C43-836B-41753232C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05778" y="1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4537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stable/std/string/struct.Strin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sz="3400" dirty="0">
                <a:solidFill>
                  <a:schemeClr val="bg1"/>
                </a:solidFill>
              </a:rPr>
              <a:t>Ownership and Borrowing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Simple ownership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Borrowing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Function parameters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endParaRPr lang="en-GB" sz="2200" dirty="0"/>
          </a:p>
          <a:p>
            <a:pPr marL="55563" indent="0">
              <a:tabLst>
                <a:tab pos="268288" algn="l"/>
              </a:tabLst>
            </a:pPr>
            <a:r>
              <a:rPr lang="en-GB" sz="2200" i="1" dirty="0"/>
              <a:t>Appendix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GB" sz="2200" dirty="0"/>
              <a:t>Additional techniques</a:t>
            </a:r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GB" sz="2200" dirty="0"/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0548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1. Simple Ownership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Scope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Understanding the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2200" dirty="0"/>
              <a:t> type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Copying vs. moving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Cloning</a:t>
            </a:r>
          </a:p>
        </p:txBody>
      </p:sp>
    </p:spTree>
    <p:extLst>
      <p:ext uri="{BB962C8B-B14F-4D97-AF65-F5344CB8AC3E}">
        <p14:creationId xmlns:p14="http://schemas.microsoft.com/office/powerpoint/2010/main" val="401319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867148" cy="3547021"/>
          </a:xfrm>
        </p:spPr>
        <p:txBody>
          <a:bodyPr/>
          <a:lstStyle/>
          <a:p>
            <a:r>
              <a:rPr lang="en-GB" dirty="0"/>
              <a:t>Ownership/borrowing is a critical language feature in Rust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compiler ensures a value is only owned by a </a:t>
            </a:r>
            <a:r>
              <a:rPr lang="en-GB" b="1" dirty="0">
                <a:latin typeface="+mj-lt"/>
                <a:cs typeface="Courier New" panose="02070309020205020404" pitchFamily="49" charset="0"/>
              </a:rPr>
              <a:t>single variable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This enables Rust to deterministically deallocate objects for you</a:t>
            </a: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For example: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If func1() passes a string into func2()…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Then func1() loses ownership of the string and can't use it anymore</a:t>
            </a: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simple_ownership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8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Rust supports scope in the same way as most languages: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Block scope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Function scope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Static scope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You can only use a variable within its scope, and objects are dropped deterministically when they go out of scope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demo_scope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260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Type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is a standard struct type in Rust</a:t>
            </a:r>
          </a:p>
          <a:p>
            <a:pPr lvl="1"/>
            <a:r>
              <a:rPr lang="en-GB" dirty="0"/>
              <a:t>Can be mutable, resizable, etc… For details, see:</a:t>
            </a:r>
            <a:br>
              <a:rPr lang="en-GB" dirty="0"/>
            </a:br>
            <a:r>
              <a:rPr lang="en-GB" dirty="0">
                <a:hlinkClick r:id="rId3"/>
              </a:rPr>
              <a:t>https://doc.rust-lang.org/stable/std/string/struct.String.html</a:t>
            </a:r>
            <a:r>
              <a:rPr lang="en-GB" dirty="0"/>
              <a:t> </a:t>
            </a: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When you create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object: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object itself lives on the stack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Memory for the text is allocated dynamically on the heap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demo_string_type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26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Copying vs. Moving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94320" cy="3547021"/>
          </a:xfrm>
        </p:spPr>
        <p:txBody>
          <a:bodyPr/>
          <a:lstStyle/>
          <a:p>
            <a:r>
              <a:rPr lang="en-GB" dirty="0"/>
              <a:t>What happens when you assign one variable to another…?</a:t>
            </a:r>
          </a:p>
          <a:p>
            <a:pPr lvl="2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For types that implement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GB" dirty="0"/>
              <a:t> trait (e.g.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GB" dirty="0"/>
              <a:t>):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value is copied (similar to a mem-copy)</a:t>
            </a: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/>
              <a:t>For types that don't implement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GB" dirty="0"/>
              <a:t> trait (e.g.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):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Ownership is transferred to the other variable</a:t>
            </a:r>
          </a:p>
          <a:p>
            <a:pPr lvl="2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demo_copying_vs_moving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595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875240" cy="3547021"/>
          </a:xfrm>
        </p:spPr>
        <p:txBody>
          <a:bodyPr/>
          <a:lstStyle/>
          <a:p>
            <a:r>
              <a:rPr lang="en-GB" dirty="0"/>
              <a:t>For types that don't implement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GB" dirty="0"/>
              <a:t> trait (e.g.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):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Ownership is transferred to the other variable</a:t>
            </a:r>
          </a:p>
          <a:p>
            <a:pPr lvl="1"/>
            <a:r>
              <a:rPr lang="en-GB" b="1" dirty="0">
                <a:latin typeface="+mj-lt"/>
                <a:cs typeface="Courier New" panose="02070309020205020404" pitchFamily="49" charset="0"/>
              </a:rPr>
              <a:t>The original variable loses ownership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If you want the original variable to continue to be able to access the value, call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clone()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to clone the value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demo_clone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7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239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 Borrowing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Syntax for borrowing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Understanding the borrow checker</a:t>
            </a:r>
            <a:endParaRPr lang="en-GB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3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49814" cy="3547021"/>
          </a:xfrm>
        </p:spPr>
        <p:txBody>
          <a:bodyPr/>
          <a:lstStyle/>
          <a:p>
            <a:r>
              <a:rPr lang="en-GB" dirty="0"/>
              <a:t>In the previous section we explained </a:t>
            </a:r>
            <a:r>
              <a:rPr lang="en-GB" b="1" dirty="0"/>
              <a:t>ownership</a:t>
            </a:r>
            <a:r>
              <a:rPr lang="en-GB" dirty="0"/>
              <a:t>, for types that don't implement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</a:p>
          <a:p>
            <a:pPr lvl="1"/>
            <a:r>
              <a:rPr lang="en-GB" dirty="0"/>
              <a:t>When you assign one variable to another, you transfer ownership</a:t>
            </a:r>
          </a:p>
          <a:p>
            <a:pPr lvl="2"/>
            <a:endParaRPr lang="en-GB" dirty="0"/>
          </a:p>
          <a:p>
            <a:r>
              <a:rPr lang="en-GB" dirty="0"/>
              <a:t>In this section we'll explain </a:t>
            </a:r>
            <a:r>
              <a:rPr lang="en-GB" b="1" dirty="0"/>
              <a:t>borrowing</a:t>
            </a:r>
          </a:p>
          <a:p>
            <a:pPr lvl="1"/>
            <a:r>
              <a:rPr lang="en-GB" dirty="0"/>
              <a:t>Facilitated via references</a:t>
            </a:r>
          </a:p>
          <a:p>
            <a:pPr lvl="1"/>
            <a:r>
              <a:rPr lang="en-GB" dirty="0"/>
              <a:t>A reference can "borrow" a value, without claiming ownership</a:t>
            </a:r>
          </a:p>
          <a:p>
            <a:pPr lvl="2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borrowing/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09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for Borrowing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To borrow a value: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Prefix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pPr lvl="2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To declare a reference variable, which borrows a value: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Either use implicit typing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Or prefix the data type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pPr lvl="2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demo_syntax_implicit_typing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demo_syntax_explicit_typing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10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587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the Borrow Checker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Rust compiler has a "borrow checker", which 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enforces Rust's strict rules for borrowing: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You can have any number of immutable references to a value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You can have only 1 mutable reference to a value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You can't have mutable and immutable references to a value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demo_borrow_checker1()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demo_borrow_checker2()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11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381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3. Function Parameters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Passing values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Passing immutable references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Passing mutable references</a:t>
            </a:r>
          </a:p>
        </p:txBody>
      </p:sp>
    </p:spTree>
    <p:extLst>
      <p:ext uri="{BB962C8B-B14F-4D97-AF65-F5344CB8AC3E}">
        <p14:creationId xmlns:p14="http://schemas.microsoft.com/office/powerpoint/2010/main" val="1553155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section we'll see what happens when you pass a value into a function (for values that don't implement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GB" dirty="0"/>
              <a:t>)</a:t>
            </a:r>
          </a:p>
          <a:p>
            <a:pPr lvl="1"/>
            <a:endParaRPr lang="en-GB" dirty="0"/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We'll discuss:</a:t>
            </a:r>
          </a:p>
          <a:p>
            <a:pPr lvl="1"/>
            <a:r>
              <a:rPr lang="en-GB" dirty="0"/>
              <a:t>Passing a value, </a:t>
            </a:r>
            <a:r>
              <a:rPr lang="en-GB"/>
              <a:t>which transfers </a:t>
            </a:r>
            <a:r>
              <a:rPr lang="en-GB" dirty="0"/>
              <a:t>ownership</a:t>
            </a:r>
          </a:p>
          <a:p>
            <a:pPr lvl="1"/>
            <a:r>
              <a:rPr lang="en-GB" dirty="0"/>
              <a:t>Passing a reference, which borrows the value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function_parameters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0699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Values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For a type that doesn't implement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GB" dirty="0"/>
              <a:t>…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When you pass the value into a function, </a:t>
            </a:r>
            <a:r>
              <a:rPr lang="en-GB" i="1" dirty="0">
                <a:latin typeface="+mj-lt"/>
                <a:cs typeface="Courier New" panose="02070309020205020404" pitchFamily="49" charset="0"/>
              </a:rPr>
              <a:t>it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GB" i="1" dirty="0">
                <a:latin typeface="+mj-lt"/>
                <a:cs typeface="Courier New" panose="02070309020205020404" pitchFamily="49" charset="0"/>
              </a:rPr>
              <a:t>transfers ownership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called function claims ownership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calling function loses ownership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demo_passing_values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some_func1()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09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References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You can pass values into a function by reference, if you like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function </a:t>
            </a:r>
            <a:r>
              <a:rPr lang="en-GB" i="1" dirty="0">
                <a:latin typeface="+mj-lt"/>
                <a:cs typeface="Courier New" panose="02070309020205020404" pitchFamily="49" charset="0"/>
              </a:rPr>
              <a:t>borrows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the value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No transfer of ownership occurs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calling function can continue to use the value afterwards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demo_passing_references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some_func2()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067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Mutable References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If you want a function to be able to change a value, then pass in a mutable reference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In the function call, qualify the parameter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mut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In the function declaration, qualify the argument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mut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(Also, bear in mind Rust's strict borrow-checker rules)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demo_passing_mutable_references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some_func3()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094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Simple ownership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Borrowing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Function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4185660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8" y="184354"/>
            <a:ext cx="5462495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Appx. Additional Techniques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Returning a value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Closures</a:t>
            </a:r>
          </a:p>
        </p:txBody>
      </p:sp>
    </p:spTree>
    <p:extLst>
      <p:ext uri="{BB962C8B-B14F-4D97-AF65-F5344CB8AC3E}">
        <p14:creationId xmlns:p14="http://schemas.microsoft.com/office/powerpoint/2010/main" val="1719270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section we'll see a couple of additional techniques:</a:t>
            </a:r>
          </a:p>
          <a:p>
            <a:pPr lvl="1"/>
            <a:r>
              <a:rPr lang="en-GB" dirty="0"/>
              <a:t>Returning a value from a function</a:t>
            </a:r>
          </a:p>
          <a:p>
            <a:pPr lvl="1"/>
            <a:r>
              <a:rPr lang="en-GB" dirty="0"/>
              <a:t>Defining and calling closures (lambdas)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additional_techniques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7632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Returning a Value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You can return a value from a function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 value is copied (or moved) back to the calling function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(It's also possible to return a reference, via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demo_returning_value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some_func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20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4520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Closures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86928" cy="3547021"/>
          </a:xfrm>
        </p:spPr>
        <p:txBody>
          <a:bodyPr/>
          <a:lstStyle/>
          <a:p>
            <a:r>
              <a:rPr lang="en-GB" dirty="0"/>
              <a:t>A closure is an anonymous function</a:t>
            </a:r>
          </a:p>
          <a:p>
            <a:pPr lvl="1"/>
            <a:r>
              <a:rPr lang="en-GB" dirty="0"/>
              <a:t>Similar to lambdas in other languages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demo_closures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Also see the example usage here: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extra_demos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b_worked_examples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database_access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21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942745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Standard_LiveLessons_2017.potm</Template>
  <TotalTime>3442</TotalTime>
  <Words>984</Words>
  <Application>Microsoft Office PowerPoint</Application>
  <PresentationFormat>On-screen Show (16:9)</PresentationFormat>
  <Paragraphs>187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Standard_LiveLessons_2017</vt:lpstr>
      <vt:lpstr>Ownership and Borrowing</vt:lpstr>
      <vt:lpstr>1. Simple Ownership</vt:lpstr>
      <vt:lpstr>Overview</vt:lpstr>
      <vt:lpstr>Scope</vt:lpstr>
      <vt:lpstr>Understanding the String Type</vt:lpstr>
      <vt:lpstr>Copying vs. Moving</vt:lpstr>
      <vt:lpstr>Cloning</vt:lpstr>
      <vt:lpstr>2. Borrowing</vt:lpstr>
      <vt:lpstr>Overview</vt:lpstr>
      <vt:lpstr>Syntax for Borrowing</vt:lpstr>
      <vt:lpstr>Understanding the Borrow Checker</vt:lpstr>
      <vt:lpstr>3. Function Parameters</vt:lpstr>
      <vt:lpstr>Overview</vt:lpstr>
      <vt:lpstr>Passing Values</vt:lpstr>
      <vt:lpstr>Passing References</vt:lpstr>
      <vt:lpstr>Passing Mutable References</vt:lpstr>
      <vt:lpstr>Summary</vt:lpstr>
      <vt:lpstr>Appx. Additional Techniques</vt:lpstr>
      <vt:lpstr>Overview</vt:lpstr>
      <vt:lpstr>Returning a Value</vt:lpstr>
      <vt:lpstr>Closures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Andy Olsen</cp:lastModifiedBy>
  <cp:revision>124</cp:revision>
  <dcterms:created xsi:type="dcterms:W3CDTF">2015-09-28T19:52:00Z</dcterms:created>
  <dcterms:modified xsi:type="dcterms:W3CDTF">2025-01-10T17:07:11Z</dcterms:modified>
</cp:coreProperties>
</file>