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7" r:id="rId2"/>
    <p:sldId id="710" r:id="rId3"/>
    <p:sldId id="711" r:id="rId4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C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4609" autoAdjust="0"/>
    <p:restoredTop sz="96656" autoAdjust="0"/>
  </p:normalViewPr>
  <p:slideViewPr>
    <p:cSldViewPr snapToGrid="0" snapToObjects="1">
      <p:cViewPr varScale="1">
        <p:scale>
          <a:sx n="145" d="100"/>
          <a:sy n="145" d="100"/>
        </p:scale>
        <p:origin x="63" y="435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napToObjects="1">
      <p:cViewPr varScale="1">
        <p:scale>
          <a:sx n="81" d="100"/>
          <a:sy n="81" d="100"/>
        </p:scale>
        <p:origin x="2706" y="4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DEBBD1-6077-4938-811F-54E4AC433829}" type="datetimeFigureOut">
              <a:rPr lang="en-GB" smtClean="0"/>
              <a:t>02/08/2024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E77016-B761-47E8-ADDA-7F73F02D164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645636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58603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166688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64475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5E3EC92-0BF8-B04C-BDA1-D36DC16EC2C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111061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836832" y="1597819"/>
            <a:ext cx="4975394" cy="1102519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600" b="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Lesson #: Lesson Name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836831" y="2788538"/>
            <a:ext cx="4975395" cy="1314450"/>
          </a:xfrm>
        </p:spPr>
        <p:txBody>
          <a:bodyPr>
            <a:normAutofit/>
          </a:bodyPr>
          <a:lstStyle>
            <a:lvl1pPr marL="685800" indent="-630936" algn="l">
              <a:buNone/>
              <a:tabLst>
                <a:tab pos="574675" algn="l"/>
              </a:tabLst>
              <a:defRPr sz="2800" b="0" baseline="0">
                <a:solidFill>
                  <a:srgbClr val="000000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#.# 	Learning objective or      Sub-lesson Title</a:t>
            </a:r>
          </a:p>
        </p:txBody>
      </p:sp>
    </p:spTree>
    <p:extLst>
      <p:ext uri="{BB962C8B-B14F-4D97-AF65-F5344CB8AC3E}">
        <p14:creationId xmlns:p14="http://schemas.microsoft.com/office/powerpoint/2010/main" val="31282576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3823434-19E5-7244-957A-48409271A87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8620" y="-78830"/>
            <a:ext cx="7548179" cy="560552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60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7379" y="814771"/>
            <a:ext cx="6839712" cy="3547021"/>
          </a:xfrm>
        </p:spPr>
        <p:txBody>
          <a:bodyPr>
            <a:no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427779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70CCCA5-FF07-3E49-BCA2-619E38AACDE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-78831"/>
            <a:ext cx="7552944" cy="557784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60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946140"/>
            <a:ext cx="4038600" cy="3394472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7344" y="946356"/>
            <a:ext cx="4038600" cy="3394472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03941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Images or 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A56CC22-FD07-7A4D-847A-EADD8CC5182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-78830"/>
            <a:ext cx="7556938" cy="557784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60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1147379" y="814771"/>
            <a:ext cx="7539420" cy="3547021"/>
          </a:xfrm>
        </p:spPr>
        <p:txBody>
          <a:bodyPr>
            <a:no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061837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Content_No Gray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1161795-AF74-6141-B77F-64153FAB4A6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144371" y="-78830"/>
            <a:ext cx="7548179" cy="560552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60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idx="1"/>
          </p:nvPr>
        </p:nvSpPr>
        <p:spPr>
          <a:xfrm>
            <a:off x="1147379" y="814771"/>
            <a:ext cx="7539420" cy="3547021"/>
          </a:xfrm>
        </p:spPr>
        <p:txBody>
          <a:bodyPr>
            <a:no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483181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Content_No Bottom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00254D4-82EE-7743-8DC5-A96F5C67993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144371" y="-78830"/>
            <a:ext cx="7548179" cy="560552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60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7379" y="814771"/>
            <a:ext cx="7539420" cy="3547021"/>
          </a:xfrm>
        </p:spPr>
        <p:txBody>
          <a:bodyPr>
            <a:no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11512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_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9A03A33-EFE2-8C43-836B-41753232C69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itle 1"/>
          <p:cNvSpPr>
            <a:spLocks noGrp="1"/>
          </p:cNvSpPr>
          <p:nvPr>
            <p:ph type="title"/>
          </p:nvPr>
        </p:nvSpPr>
        <p:spPr>
          <a:xfrm>
            <a:off x="805778" y="1"/>
            <a:ext cx="7548179" cy="560552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814537" y="814771"/>
            <a:ext cx="7539420" cy="3547021"/>
          </a:xfrm>
        </p:spPr>
        <p:txBody>
          <a:bodyPr>
            <a:no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463373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9">
            <a:alphaModFix amt="0"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8B0A6C-EF38-9441-ADBF-8FE45FA6C46E}" type="datetimeFigureOut">
              <a:rPr lang="en-US" smtClean="0"/>
              <a:t>8/2/2024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032D76-6BE4-154B-A130-37D069E42354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1"/>
          <p:cNvSpPr txBox="1">
            <a:spLocks/>
          </p:cNvSpPr>
          <p:nvPr userDrawn="1"/>
        </p:nvSpPr>
        <p:spPr>
          <a:xfrm>
            <a:off x="457200" y="210636"/>
            <a:ext cx="8229600" cy="560552"/>
          </a:xfrm>
          <a:prstGeom prst="rect">
            <a:avLst/>
          </a:prstGeom>
        </p:spPr>
        <p:txBody>
          <a:bodyPr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>
                <a:solidFill>
                  <a:schemeClr val="tx1"/>
                </a:solidFill>
              </a:rPr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0374765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4" r:id="rId4"/>
    <p:sldLayoutId id="2147483656" r:id="rId5"/>
    <p:sldLayoutId id="2147483657" r:id="rId6"/>
    <p:sldLayoutId id="2147483655" r:id="rId7"/>
  </p:sldLayoutIdLst>
  <p:txStyles>
    <p:titleStyle>
      <a:lvl1pPr algn="l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olsensoft.com/rust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github.com/andyolsen/rust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38809" y="184354"/>
            <a:ext cx="5289902" cy="931873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Rust in 4 Hours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58FE4899-46EA-4D85-B506-C969501309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38810" y="982981"/>
            <a:ext cx="5289902" cy="3351559"/>
          </a:xfrm>
        </p:spPr>
        <p:txBody>
          <a:bodyPr>
            <a:normAutofit fontScale="92500"/>
          </a:bodyPr>
          <a:lstStyle/>
          <a:p>
            <a:pPr marL="55563" indent="0">
              <a:tabLst>
                <a:tab pos="446088" algn="l"/>
              </a:tabLst>
            </a:pPr>
            <a:endParaRPr lang="en-GB" dirty="0"/>
          </a:p>
          <a:p>
            <a:pPr marL="55563" indent="0">
              <a:tabLst>
                <a:tab pos="446088" algn="l"/>
              </a:tabLst>
            </a:pPr>
            <a:endParaRPr lang="en-GB" dirty="0"/>
          </a:p>
          <a:p>
            <a:pPr marL="55563" indent="0">
              <a:tabLst>
                <a:tab pos="446088" algn="l"/>
              </a:tabLst>
            </a:pPr>
            <a:r>
              <a:rPr lang="en-GB" dirty="0"/>
              <a:t>Andy Olsen</a:t>
            </a:r>
          </a:p>
          <a:p>
            <a:pPr marL="55563" indent="0">
              <a:tabLst>
                <a:tab pos="446088" algn="l"/>
              </a:tabLst>
            </a:pPr>
            <a:r>
              <a:rPr lang="en-GB" dirty="0"/>
              <a:t>andyo@olsensoft.com</a:t>
            </a:r>
          </a:p>
          <a:p>
            <a:pPr marL="55563" indent="0">
              <a:tabLst>
                <a:tab pos="446088" algn="l"/>
              </a:tabLst>
            </a:pPr>
            <a:endParaRPr lang="en-GB" dirty="0"/>
          </a:p>
          <a:p>
            <a:pPr marL="55563" indent="0">
              <a:tabLst>
                <a:tab pos="446088" algn="l"/>
              </a:tabLst>
            </a:pPr>
            <a:r>
              <a:rPr lang="en-GB" dirty="0">
                <a:hlinkClick r:id="rId3"/>
              </a:rPr>
              <a:t>https://olsensoft.com/rust</a:t>
            </a:r>
            <a:endParaRPr lang="en-GB" dirty="0"/>
          </a:p>
          <a:p>
            <a:pPr marL="55563" indent="0">
              <a:tabLst>
                <a:tab pos="446088" algn="l"/>
              </a:tabLst>
            </a:pPr>
            <a:r>
              <a:rPr lang="en-GB" dirty="0">
                <a:hlinkClick r:id="rId4"/>
              </a:rPr>
              <a:t>https://github.com/andyolsen/rust</a:t>
            </a:r>
            <a:r>
              <a:rPr lang="en-GB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20054805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Course Contents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ECAD8C79-36E9-4E8D-A975-AF8D5152AA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538163" indent="-482600">
              <a:buFont typeface="+mj-lt"/>
              <a:buAutoNum type="arabicPeriod"/>
              <a:tabLst>
                <a:tab pos="446088" algn="l"/>
              </a:tabLst>
            </a:pPr>
            <a:r>
              <a:rPr lang="en-GB" sz="2400" dirty="0"/>
              <a:t>Getting started with Rust</a:t>
            </a:r>
          </a:p>
          <a:p>
            <a:pPr marL="538163" indent="-482600">
              <a:buFont typeface="+mj-lt"/>
              <a:buAutoNum type="arabicPeriod"/>
              <a:tabLst>
                <a:tab pos="446088" algn="l"/>
              </a:tabLst>
            </a:pPr>
            <a:r>
              <a:rPr lang="en-US" sz="2400" dirty="0"/>
              <a:t>Language essentials</a:t>
            </a:r>
          </a:p>
          <a:p>
            <a:pPr marL="538163" indent="-482600">
              <a:buFont typeface="+mj-lt"/>
              <a:buAutoNum type="arabicPeriod"/>
              <a:tabLst>
                <a:tab pos="446088" algn="l"/>
              </a:tabLst>
            </a:pPr>
            <a:r>
              <a:rPr lang="en-US" sz="2400" dirty="0"/>
              <a:t>Ownership and borrowing</a:t>
            </a:r>
          </a:p>
          <a:p>
            <a:pPr marL="538163" indent="-482600">
              <a:buFont typeface="+mj-lt"/>
              <a:buAutoNum type="arabicPeriod"/>
              <a:tabLst>
                <a:tab pos="446088" algn="l"/>
              </a:tabLst>
            </a:pPr>
            <a:r>
              <a:rPr lang="en-US" sz="2400" dirty="0"/>
              <a:t>Structs and traits</a:t>
            </a:r>
          </a:p>
          <a:p>
            <a:pPr marL="538163" indent="-482600">
              <a:buFont typeface="+mj-lt"/>
              <a:buAutoNum type="arabicPeriod"/>
              <a:tabLst>
                <a:tab pos="446088" algn="l"/>
              </a:tabLst>
            </a:pPr>
            <a:endParaRPr lang="en-US" sz="2400" dirty="0"/>
          </a:p>
          <a:p>
            <a:pPr marL="55563" indent="0">
              <a:buNone/>
              <a:tabLst>
                <a:tab pos="446088" algn="l"/>
              </a:tabLst>
            </a:pPr>
            <a:r>
              <a:rPr lang="en-US" sz="2400" i="1" dirty="0"/>
              <a:t>Annex</a:t>
            </a:r>
          </a:p>
          <a:p>
            <a:pPr marL="538163" indent="-482600">
              <a:tabLst>
                <a:tab pos="446088" algn="l"/>
              </a:tabLst>
            </a:pPr>
            <a:r>
              <a:rPr lang="en-US" sz="2400" dirty="0"/>
              <a:t>Multithreading and concurrency</a:t>
            </a:r>
          </a:p>
        </p:txBody>
      </p:sp>
    </p:spTree>
    <p:extLst>
      <p:ext uri="{BB962C8B-B14F-4D97-AF65-F5344CB8AC3E}">
        <p14:creationId xmlns:p14="http://schemas.microsoft.com/office/powerpoint/2010/main" val="40131972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Extra Code Demos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ECAD8C79-36E9-4E8D-A975-AF8D5152AA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538163" indent="-482600">
              <a:buFont typeface="+mj-lt"/>
              <a:buAutoNum type="alphaUcPeriod"/>
              <a:tabLst>
                <a:tab pos="538163" algn="l"/>
              </a:tabLst>
            </a:pPr>
            <a:r>
              <a:rPr lang="en-GB" sz="2400" dirty="0"/>
              <a:t>Advanced techniques</a:t>
            </a:r>
          </a:p>
          <a:p>
            <a:pPr marL="538163" indent="-482600">
              <a:buFont typeface="+mj-lt"/>
              <a:buAutoNum type="alphaUcPeriod"/>
              <a:tabLst>
                <a:tab pos="538163" algn="l"/>
              </a:tabLst>
            </a:pPr>
            <a:r>
              <a:rPr lang="en-GB" sz="2400" dirty="0"/>
              <a:t>Worked examples</a:t>
            </a:r>
          </a:p>
          <a:p>
            <a:pPr marL="538163" indent="-482600">
              <a:buFont typeface="+mj-lt"/>
              <a:buAutoNum type="arabicPeriod" startAt="6"/>
              <a:tabLst>
                <a:tab pos="538163" algn="l"/>
              </a:tabLst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40756039"/>
      </p:ext>
    </p:extLst>
  </p:cSld>
  <p:clrMapOvr>
    <a:masterClrMapping/>
  </p:clrMapOvr>
</p:sld>
</file>

<file path=ppt/theme/theme1.xml><?xml version="1.0" encoding="utf-8"?>
<a:theme xmlns:a="http://schemas.openxmlformats.org/drawingml/2006/main" name="Standard_LiveLessons_2017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Standard_LiveLessons_2016.potm" id="{8C1633E9-E98A-446F-92F4-E3D84D4249FA}" vid="{A44C486B-6B48-42BE-B4AA-FE194AC1400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Standard_LiveLessons_2017.potm</Template>
  <TotalTime>467</TotalTime>
  <Words>52</Words>
  <Application>Microsoft Office PowerPoint</Application>
  <PresentationFormat>On-screen Show (16:9)</PresentationFormat>
  <Paragraphs>19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Standard_LiveLessons_2017</vt:lpstr>
      <vt:lpstr>Rust in 4 Hours</vt:lpstr>
      <vt:lpstr>Course Contents</vt:lpstr>
      <vt:lpstr>Extra Code Demos</vt:lpstr>
    </vt:vector>
  </TitlesOfParts>
  <Company>Pearson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Julie Phifer</dc:creator>
  <cp:lastModifiedBy>Andy Olsen</cp:lastModifiedBy>
  <cp:revision>68</cp:revision>
  <dcterms:created xsi:type="dcterms:W3CDTF">2015-09-28T19:52:00Z</dcterms:created>
  <dcterms:modified xsi:type="dcterms:W3CDTF">2024-08-02T11:36:42Z</dcterms:modified>
</cp:coreProperties>
</file>